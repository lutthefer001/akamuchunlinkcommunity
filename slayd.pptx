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1AAA-DF9A-53EB-B82C-4019E0735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07108-805A-00CF-96DE-E68B67F7C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FE1FD-CAB6-E5C3-EA77-A4132AD9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A35B3-23CA-05BF-B4F3-0403702F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93DF-E989-C89B-3D8C-AD005205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5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F967-77DC-9E75-8F1D-95C6173C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69CA7-B388-DDC1-CC92-350BFB4A3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9EACB-595B-2EB5-76B5-DDC2A18B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734B0-E592-B817-327A-EA96CDDB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A6AEE-A970-4589-F185-F887CB75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6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2959-93FE-5655-28A8-99F9AE4B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D127B-FD99-201F-3A07-7ED446657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9F2B1-6FC0-969A-FCC1-053D4EA3A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183A0-7172-3DF9-9403-B295918F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2C13A-2372-854B-8EF9-2539A107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0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D8DD-79D6-A6FA-1851-A3E6B80D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6C02-2044-52FA-41E7-72A58BE54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E6053-6EB5-37B5-A3F9-54DD6F993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5124C-C9ED-C740-5EB9-0FAC7D389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DC28F-B323-C708-4B8F-1E15FDA3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AE5C5-FBBE-F4EF-E1CC-85129BF6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21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8B90-C3FD-9C1B-B754-0BD81B60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E17A9-C2F6-192B-8968-BEA89D16F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F2576-C272-0FBE-C4BF-5FCDDF75C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18133-529E-0F9A-9D0C-74A4B309E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D6459-DE32-8589-43C1-C8B04EA27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6F4054-2979-1FD9-5602-CBE119144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37664-D9CD-8207-CE93-CB93DF009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308A0-54EE-C8DD-D434-CE930579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53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A9C2-3111-2EF3-C36F-EDE2209DC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74F3A-48D4-3C0F-055E-E264403D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B3B8C-1636-0F26-A30C-19391701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7BCA7-3EE1-8AB5-4ED6-39FC29BF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7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3DC6A-B73F-56F3-BAF2-BFFCF4418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8CB9F-11B9-9BB1-793B-17782F2C2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25567-2950-C5FA-4897-C10480B4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E733-3C09-BDBD-9FA0-A93902C7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65E50-60CC-589B-AD35-411E92B06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87BE-0630-5DD4-062E-5E060D73A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9C3BC-2E31-B5C6-E80D-30C1184F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06517-2DC5-BD37-442C-5D9EDA57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1309E-D9F8-598F-027E-A46D09CF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2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DEB0-8B60-062A-BD96-ED95D961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A963C-740A-E5BC-F2BF-0B229F9A2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DD674-5116-F84D-07EF-582A7B8ED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83711-FC03-A4E1-13E4-2E4A2DF0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96B56-61FB-458C-7F05-D02FC6194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7425B-2BC7-3814-5DE9-EDCF5B01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3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104DA-395B-3E76-DB79-03E54D93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5C06E-3698-9517-1DAA-1B2F168B1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8D3E7-D0BA-1D60-CA96-61ED9C3F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A8AC9-C6AE-B784-3340-24CB6BF2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2AAD7-1F5D-92E9-B3E6-6C3D929C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5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A0B2E0-6414-4F43-1719-6AADD8E67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E118A-926D-44E5-15E4-95E656D94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6BCAA-BCAA-39F2-002E-40D7A65A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D239-9BB8-C33A-7237-85216404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064E2-E5BE-DCEB-44DF-A51F4661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6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D0435-C92D-6388-91A3-A2C95F0A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7CDBB-4F24-7996-B50A-9DCFF492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6B64A-D695-23B5-7153-0359B9B9D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0D7F2-71AC-4398-81B4-D47D30D2CA8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E9010-D06F-A1CD-01CF-077D60800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4171F-4EEF-DB68-9528-0A1B4B338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5F607-36DE-4873-92D4-728F1EAC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7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0D87-1994-0961-DA46-578412DE23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sadsdaasdada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52C1C-B372-689B-15E8-48A373E597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dsadad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4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C2C1-F748-3047-58F0-8188A344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dsadads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3FEFC-94BE-BF6D-19E9-B6199DDEA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dsadad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79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E843-30F4-CA34-6DDC-89E24DEB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dsadad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5776F-6B67-C669-4E76-4C53258DF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dsadadasd</a:t>
            </a:r>
          </a:p>
        </p:txBody>
      </p:sp>
    </p:spTree>
    <p:extLst>
      <p:ext uri="{BB962C8B-B14F-4D97-AF65-F5344CB8AC3E}">
        <p14:creationId xmlns:p14="http://schemas.microsoft.com/office/powerpoint/2010/main" val="3880830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sadsdaasdada</vt:lpstr>
      <vt:lpstr>dsadads</vt:lpstr>
      <vt:lpstr>dsadad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Toshmurodov</dc:creator>
  <cp:lastModifiedBy>Said Toshmurodov</cp:lastModifiedBy>
  <cp:revision>2</cp:revision>
  <dcterms:created xsi:type="dcterms:W3CDTF">2026-09-23T15:50:38Z</dcterms:created>
  <dcterms:modified xsi:type="dcterms:W3CDTF">2026-09-23T15:56:08Z</dcterms:modified>
</cp:coreProperties>
</file>